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8A7FFE-2F15-43BB-814F-9FC8CB9F19D2}" v="3" dt="2026-01-15T20:42:00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132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1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3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9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53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26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53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779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0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716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581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4783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6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556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043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47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63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598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Restaurant Website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WAEL BENALI</a:t>
            </a:r>
          </a:p>
          <a:p>
            <a:r>
              <a:t>22040102050</a:t>
            </a:r>
          </a:p>
          <a:p>
            <a:r>
              <a:t>Web Applications Development (FEE421)</a:t>
            </a:r>
          </a:p>
          <a:p>
            <a:r>
              <a:t>Prof. Osman Şirvan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restaurant website</a:t>
            </a:r>
          </a:p>
          <a:p>
            <a:r>
              <a:t>• Online menu, reservations, contact</a:t>
            </a:r>
          </a:p>
          <a:p>
            <a:r>
              <a:t>• Admin management panel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customer interaction</a:t>
            </a:r>
          </a:p>
          <a:p>
            <a:r>
              <a:t>• Enable online reservations</a:t>
            </a:r>
          </a:p>
          <a:p>
            <a:r>
              <a:t>• Provide admin control panel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HTML, CSS</a:t>
            </a:r>
          </a:p>
          <a:p>
            <a:r>
              <a:t>• PHP</a:t>
            </a:r>
          </a:p>
          <a:p>
            <a:r>
              <a:t>• MySQL</a:t>
            </a:r>
          </a:p>
          <a:p>
            <a:r>
              <a:t>• XAMPP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 (User pages)</a:t>
            </a:r>
          </a:p>
          <a:p>
            <a:r>
              <a:t>• Backend (PHP logic)</a:t>
            </a:r>
          </a:p>
          <a:p>
            <a:r>
              <a:t>• Database (MySQL)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Video-based homepage</a:t>
            </a:r>
          </a:p>
          <a:p>
            <a:r>
              <a:t>• Menu with images</a:t>
            </a:r>
          </a:p>
          <a:p>
            <a:r>
              <a:t>• Reservation form</a:t>
            </a:r>
          </a:p>
          <a:p>
            <a:r>
              <a:t>• Contact 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login</a:t>
            </a:r>
          </a:p>
          <a:p>
            <a:r>
              <a:t>• View reservations</a:t>
            </a:r>
          </a:p>
          <a:p>
            <a:r>
              <a:t>• View contact messages</a:t>
            </a:r>
          </a:p>
          <a:p>
            <a:r>
              <a:t>• Logout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Password hashing</a:t>
            </a:r>
          </a:p>
          <a:p>
            <a:r>
              <a:t>• Sessions</a:t>
            </a:r>
          </a:p>
          <a:p>
            <a:r>
              <a:t>• Restricted admin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 testing</a:t>
            </a:r>
          </a:p>
          <a:p>
            <a:r>
              <a:t>• Login testing</a:t>
            </a:r>
          </a:p>
          <a:p>
            <a:r>
              <a:t>• Database testing</a:t>
            </a:r>
          </a:p>
          <a:p>
            <a:r>
              <a:t>• UI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functional system</a:t>
            </a:r>
          </a:p>
          <a:p>
            <a:r>
              <a:t>• Secure and user-friendly</a:t>
            </a:r>
          </a:p>
          <a:p>
            <a:r>
              <a:t>• Ready for real-world use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Affichage à l'écran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Ion</vt:lpstr>
      <vt:lpstr>Restaurant Website Management System</vt:lpstr>
      <vt:lpstr>Project Overview</vt:lpstr>
      <vt:lpstr>Project Objectives</vt:lpstr>
      <vt:lpstr>Technologies Used</vt:lpstr>
      <vt:lpstr>System Structure</vt:lpstr>
      <vt:lpstr>User Features</vt:lpstr>
      <vt:lpstr>Admin Features</vt:lpstr>
      <vt:lpstr>Security Measures</vt:lpstr>
      <vt:lpstr>Testing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2026-01-15T20:43:21Z</dcterms:modified>
  <cp:category/>
</cp:coreProperties>
</file>